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9D7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LIGHTUP  ×  ROUTE TEAM   |   SEMINAR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AIに“使われる人”と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“使いこなす人”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58368" y="4114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D7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経験20年こそ、AIで一番価値が上がる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澤居 宏紀（株式会社ルートチーム CEO）　×　ライトアップ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9D7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SPEAKER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登壇者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121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澤居 宏紀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D7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株式会社ルートチーム　代表取締役 CEO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ビジネス動画配信「OneStream」を運営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累計 1,500社以上の企業を支援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AIエージェント基盤「Gentity」を自社開発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AIワーカー（サイバー社員）事業を展開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1945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ライトアップ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0" y="27432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共催 / 司会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33832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中小企業のDX・業務支援に強み。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本セミナーを共同企画。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9D7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TODAY'S THESIS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AIで一番ソンするのは、若手じゃない。
</a:t>
            </a:r>
            <a:pPr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一番トクするのは、</a:t>
            </a:r>
            <a:pPr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39D7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判断と経験</a:t>
            </a:r>
            <a:pPr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を持つ
</a:t>
            </a:r>
            <a:pPr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39D7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40-50代</a:t>
            </a:r>
            <a:pPr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だ。</a:t>
            </a:r>
            <a:endParaRPr lang="en-US" sz="3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9D7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今日の流れ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9D7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37360" y="1828800"/>
            <a:ext cx="9509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なぜ若手向けAI研修は失敗するのか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24912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24912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9D7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②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737360" y="2724912"/>
            <a:ext cx="9509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奪われる人／任せられる人の境界線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621024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621024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9D7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③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37360" y="3621024"/>
            <a:ext cx="9509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経験 × AI ＝ レバレッジが効く理由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4517136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517136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9D7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④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737360" y="4517136"/>
            <a:ext cx="9509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部長が決める「どこにAIを刺すか」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5413248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413248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9D7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⑤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37360" y="5413248"/>
            <a:ext cx="9509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現場で止めない展開／導入相談のご案内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9D7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①  MISCONCEPTION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「AIは若者のもの」は誤解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3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差は操作スキルではなく、“何を問うか”で決まる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834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若手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操作は速い。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but 判断軸・文脈・顧客理解が薄く、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アウトプットに天井がある。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256032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12193B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2834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D7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40-50代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46520" y="338328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指示は拙くても、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判断軸・経験・人脈が厚い。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“その視点はAIから出ない”。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9D7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②  THE BORDER 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奪われる人と、任せられる人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6974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奪われる人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判断のない“作業”しか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していない人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72200" y="237744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39D7B8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26974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任せられる人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46520" y="34747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21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“判断”をしている人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21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ベテランはこちら側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9D7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③  EXPERIENCE ×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経験こそが、AIの出力を伸ばす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349240" cy="3749040"/>
          </a:xfrm>
          <a:prstGeom prst="roundRect">
            <a:avLst>
              <a:gd name="adj" fmla="val 2439"/>
            </a:avLst>
          </a:prstGeom>
          <a:solidFill>
            <a:srgbClr val="121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560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D7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人が決める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15468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戦略・ターゲットの方向性
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訴求・メッセージの軸
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アウトプットの品質チェック
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承認・最終判断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0" y="2286000"/>
            <a:ext cx="5349240" cy="3749040"/>
          </a:xfrm>
          <a:prstGeom prst="roundRect">
            <a:avLst>
              <a:gd name="adj" fmla="val 2439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2560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AIがやる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46520" y="315468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草案・初稿の量産
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競合・情報のリサーチ
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データの集計・要約
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定型作業の繰り返し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9D7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LIVE 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その場で、自分の仕事を1つ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AIにやらせてみる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41248" y="4389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9D7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小さな成功体験を持ち帰る —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9D7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④  WHERE TO DEPLOY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部長の仕事は「刺す場所を決める」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3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使い方を覚えるのではなく、“どこに効くか”を見極める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743200"/>
            <a:ext cx="548640" cy="548640"/>
          </a:xfrm>
          <a:prstGeom prst="ellipse">
            <a:avLst/>
          </a:prstGeom>
          <a:solidFill>
            <a:srgbClr val="39D7B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25603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業務を「AI効果 × 難易度」で4象限マッピング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794760"/>
            <a:ext cx="548640" cy="548640"/>
          </a:xfrm>
          <a:prstGeom prst="ellipse">
            <a:avLst/>
          </a:prstGeom>
          <a:solidFill>
            <a:srgbClr val="39D7B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36118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最初に勝つ1業務を選ぶ（小さく勝つ）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46634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846320"/>
            <a:ext cx="548640" cy="548640"/>
          </a:xfrm>
          <a:prstGeom prst="ellipse">
            <a:avLst/>
          </a:prstGeom>
          <a:solidFill>
            <a:srgbClr val="39D7B8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846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45920" y="46634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時間削減を金額換算し、投資対効果で語る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9D7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⑤  ROLL-OUT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現場で止めないための展開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失敗の3類型を避け、最初の30日を設計する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8803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D7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丸投げ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現場任せで放置され、誰も使わない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256032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8803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D7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過剰禁止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17720" y="361188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リスクを恐れ全面禁止、機会を失う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0" y="256032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8803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D7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導入放置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321040" y="361188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入れただけで運用設計がない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9D7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今日の持ち帰り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822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9D7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828800" y="199339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価値が上がるのは経験を持つ世代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828800" y="24688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AIは経験を増幅する。判断軸を持つほど出力が伸びる。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200400"/>
            <a:ext cx="822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9D7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828800" y="336499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作業はAIへ、判断に時間を使う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828800" y="38404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奪われるのは作業の人。判断する人は奪われない。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572000"/>
            <a:ext cx="822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9D7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828800" y="473659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小さく1業務から刺して回す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828800" y="52120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権限を渡す → 仕事を振る → 成果から拡大する。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9D7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 &amp; 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ご質問をお気軽にどうぞ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3200400"/>
            <a:ext cx="10515600" cy="2194560"/>
          </a:xfrm>
          <a:prstGeom prst="roundRect">
            <a:avLst>
              <a:gd name="adj" fmla="val 416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347472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D7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無料相談 受付中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411480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「自社のどこをAIに任せられるか」を一緒に整理します。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46634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アンケート回答者へ：AIワーカー導入 1ヶ月無料をプレゼント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2026-06-26T04:43:35Z</dcterms:created>
  <dcterms:modified xsi:type="dcterms:W3CDTF">2026-06-26T04:43:35Z</dcterms:modified>
</cp:coreProperties>
</file>