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5B83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LIGHTUP  ×  ROUTE TEAM   |   HANDS-ON SEMINAR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96596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誰でもできる、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2880360"/>
            <a:ext cx="11155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“仕事ができるAI社員”の作り方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58368" y="4160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B8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コードは書かない。日本語の指示だけで動かす — 実演つき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5852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澤居 宏紀（株式会社ルートチーム CEO）　×　ライトアップ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B57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SPEAKER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登壇者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12193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945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澤居 宏紀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B8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株式会社ルートチーム　代表取締役 CEO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ビジネス動画配信「OneStream」を運営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累計 1,500社以上の企業を支援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AIエージェント基盤「Gentity」を自社開発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AIワーカー（サイバー社員）事業を展開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F4F6F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21945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ライトアップ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0" y="27432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共催 / 司会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338328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中小企業のDX・業務支援に強み。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本セミナーを共同企画。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5B83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TODAY'S THESIS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46888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AIは「聞く」ものじゃない。</a:t>
            </a:r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5B8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「働かせる」</a:t>
            </a:r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ものだ。
</a:t>
            </a:r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仕事ができるAI社員は、</a:t>
            </a:r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5B8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社長ひとり</a:t>
            </a:r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でも作れる。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B57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今日の流れ（約45分）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822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57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737360" y="1828800"/>
            <a:ext cx="9509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「聞くAI」と「働くAI」は何が違うのか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24912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24912"/>
            <a:ext cx="822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57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②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737360" y="2724912"/>
            <a:ext cx="9509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AI社員の正体 ― 目的を渡すと自分で動く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621024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4F6F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621024"/>
            <a:ext cx="822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57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③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737360" y="3621024"/>
            <a:ext cx="9509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作り方はたった4ステップ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4517136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4F6F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517136"/>
            <a:ext cx="822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57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④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737360" y="4517136"/>
            <a:ext cx="9509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【実演】その場でAI社員を1体つくる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5413248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4F6F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413248"/>
            <a:ext cx="822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57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⑤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737360" y="5413248"/>
            <a:ext cx="9509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つまずき回避／導入相談のご案内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B57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①  CHAT vs AGENT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「AIに聞く」と「AIを働かせる」は別物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560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AIに聞く（チャット）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質問すると、答えが返るだけ
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実際に動くのは自分
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1回ごとに指示が必要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72200" y="228600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12193B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25603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B8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AIを働かせる（エージェント）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46520" y="3200400"/>
            <a:ext cx="4846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目的を渡すと、自分でツールを選ぶ
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手を動かすのはAI
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最後の成果物まで任せられる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5B83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①  WHY SMB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中小企業こそ、AI社員が効く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889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B8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人手不足を埋める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88620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採用できない分の戦力を、すぐに足せる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43400" y="246888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27889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B8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社長の手を空ける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17720" y="388620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一人何役の雑務をAIに渡し、判断に集中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246888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27889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B8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ノウハウを引き継ぐ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321040" y="388620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属人化したやり方を、AIに覚えさせる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B57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②  WHAT IS AN AI WORKER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AI社員の正体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7830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8B93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目的を伝えれば、自分でツールを選んで組み合わせて実行する。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8B93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コーディングに引っ張られない。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38328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F4F6F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38328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Gmail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43400" y="338328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338328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スプレッドシート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046720" y="338328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F4F6FB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0" y="338328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CRM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461772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F4F6F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61772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Slack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343400" y="461772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F4F6FB"/>
          </a:solidFill>
          <a:ln/>
        </p:spPr>
      </p:sp>
      <p:sp>
        <p:nvSpPr>
          <p:cNvPr id="14" name="Text 12"/>
          <p:cNvSpPr/>
          <p:nvPr/>
        </p:nvSpPr>
        <p:spPr>
          <a:xfrm>
            <a:off x="4343400" y="461772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Web検索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046720" y="461772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F4F6FB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0" y="461772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社内資料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5B83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③  THE RECIPE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作り方は、たった4ステップ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2615184" cy="3383280"/>
          </a:xfrm>
          <a:prstGeom prst="roundRect">
            <a:avLst>
              <a:gd name="adj" fmla="val 3497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743200"/>
            <a:ext cx="640080" cy="640080"/>
          </a:xfrm>
          <a:prstGeom prst="ellipse">
            <a:avLst/>
          </a:prstGeom>
          <a:solidFill>
            <a:srgbClr val="F5B83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1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96112" y="36118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目的を渡す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43484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何をやってほしいかを言葉で伝える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29000" y="2468880"/>
            <a:ext cx="2615184" cy="3383280"/>
          </a:xfrm>
          <a:prstGeom prst="roundRect">
            <a:avLst>
              <a:gd name="adj" fmla="val 3497"/>
            </a:avLst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3703320" y="2743200"/>
            <a:ext cx="640080" cy="640080"/>
          </a:xfrm>
          <a:prstGeom prst="ellipse">
            <a:avLst/>
          </a:prstGeom>
          <a:solidFill>
            <a:srgbClr val="F5B83F"/>
          </a:solidFill>
          <a:ln/>
        </p:spPr>
      </p:sp>
      <p:sp>
        <p:nvSpPr>
          <p:cNvPr id="11" name="Text 9"/>
          <p:cNvSpPr/>
          <p:nvPr/>
        </p:nvSpPr>
        <p:spPr>
          <a:xfrm>
            <a:off x="370332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1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85032" y="36118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道具をつなぐ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85032" y="443484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メール・シート等へのアクセス権を渡す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2468880"/>
            <a:ext cx="2615184" cy="3383280"/>
          </a:xfrm>
          <a:prstGeom prst="roundRect">
            <a:avLst>
              <a:gd name="adj" fmla="val 3497"/>
            </a:avLst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6492240" y="2743200"/>
            <a:ext cx="640080" cy="640080"/>
          </a:xfrm>
          <a:prstGeom prst="ellipse">
            <a:avLst/>
          </a:prstGeom>
          <a:solidFill>
            <a:srgbClr val="F5B83F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1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73952" y="36118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やり方を教える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73952" y="443484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手順（スキル）を一度教えて覚えさせる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06840" y="2468880"/>
            <a:ext cx="2615184" cy="3383280"/>
          </a:xfrm>
          <a:prstGeom prst="roundRect">
            <a:avLst>
              <a:gd name="adj" fmla="val 3497"/>
            </a:avLst>
          </a:prstGeom>
          <a:solidFill>
            <a:srgbClr val="1E2761"/>
          </a:solidFill>
          <a:ln/>
        </p:spPr>
      </p:sp>
      <p:sp>
        <p:nvSpPr>
          <p:cNvPr id="20" name="Shape 18"/>
          <p:cNvSpPr/>
          <p:nvPr/>
        </p:nvSpPr>
        <p:spPr>
          <a:xfrm>
            <a:off x="9281160" y="2743200"/>
            <a:ext cx="640080" cy="640080"/>
          </a:xfrm>
          <a:prstGeom prst="ellipse">
            <a:avLst/>
          </a:prstGeom>
          <a:solidFill>
            <a:srgbClr val="F5B83F"/>
          </a:solidFill>
          <a:ln/>
        </p:spPr>
      </p:sp>
      <p:sp>
        <p:nvSpPr>
          <p:cNvPr id="21" name="Text 19"/>
          <p:cNvSpPr/>
          <p:nvPr/>
        </p:nvSpPr>
        <p:spPr>
          <a:xfrm>
            <a:off x="928116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19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262872" y="36118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小さく試して直す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62872" y="443484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小規模で回し、成果が出たら広げる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5B83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④  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その場で、AI社員を1体つくる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41248" y="393192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B8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Claude Code の画面を共有しながら、指示1つで動くAI社員を作ります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41248" y="45720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コードは書きません。日本語で指示するだけ。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B57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IT CAN 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こんな仕事を任せられる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9456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問い合わせの一次返信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43400" y="219456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219456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見積・請求書の下書き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046720" y="219456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</p:spPr>
      </p:sp>
      <p:sp>
        <p:nvSpPr>
          <p:cNvPr id="9" name="Text 7"/>
          <p:cNvSpPr/>
          <p:nvPr/>
        </p:nvSpPr>
        <p:spPr>
          <a:xfrm>
            <a:off x="8275320" y="219456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競合・市場リサーチ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1188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定例レポートの作成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43400" y="361188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361188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SNS・記事の下書き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46720" y="361188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361188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議事録の要約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5B83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⑤  AVOID THE TRAPS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つまずきポイントと回避法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889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B8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丸投げしてしまう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88620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最初は人が成果物をチェックする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43400" y="246888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27889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B8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権限を渡すのが怖い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17720" y="388620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狭い範囲・低リスク業務から始める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246888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27889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B8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完璧を狙いすぎる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21040" y="388620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1業務に絞って小さく勝つ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B57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今日の持ち帰り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822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57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828800" y="1993392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AIは「働かせる」もの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828800" y="246888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聞くだけで終わらせない。実行まで任せる。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200400"/>
            <a:ext cx="822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57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828800" y="3364992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作り方は4ステップ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828800" y="384048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目的 → 道具 → やり方 → 小さく試す。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5720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572000"/>
            <a:ext cx="822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57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828800" y="4736592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1業務から小さく始める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828800" y="521208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低リスクな仕事で成功体験 → 横に広げる。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5B83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 &amp; 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ご質問をお気軽にどうぞ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3200400"/>
            <a:ext cx="10515600" cy="2194560"/>
          </a:xfrm>
          <a:prstGeom prst="roundRect">
            <a:avLst>
              <a:gd name="adj" fmla="val 416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347472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B8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無料相談 受付中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411480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「自社のどの仕事をAI社員に任せられるか」を一緒に整理します。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466344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アンケート回答者へ：AIワーカー導入 1ヶ月無料をプレゼント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2026-06-26T04:56:43Z</dcterms:created>
  <dcterms:modified xsi:type="dcterms:W3CDTF">2026-06-26T04:56:43Z</dcterms:modified>
</cp:coreProperties>
</file>