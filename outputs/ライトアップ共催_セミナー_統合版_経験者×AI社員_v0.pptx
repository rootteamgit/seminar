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LIGHTUP  ×  ROUTE TEAM   |   SEMINAR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AIで最強になるのは、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経験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を持つ世代だ。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58368" y="4160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なぜ経験者こそAIで得をするのか。そして、“働くAI社員”をどう作るのか。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澤居 宏紀（株式会社ルートチーム CEO）　×　ライトアップ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E8C7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SPEAKER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登壇者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21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澤居 宏紀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株式会社ルートチーム　代表取締役 CEO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ビジネス動画配信「OneStream」を運営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 1,500社以上の企業を支援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AIエージェント基盤「Gentity」を自社開発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AIワーカー（サイバー社員）事業を展開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ライトアップ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共催 / 司会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383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中小企業のDX・業務支援に強み。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本セミナーを共同企画。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AIで一番トクするのは、</a:t>
            </a:r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判断と経験</a:t>
            </a:r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を持つ世代。
</a:t>
            </a:r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そして“働くAI社員”は、</a:t>
            </a:r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コードなしで自分で作れる</a:t>
            </a:r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E8C7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8C7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なぜ、経験者がAIなのか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「AIは若者のもの」は誤解
</a:t>
            </a:r>
            <a:pPr indent="0" marL="0">
              <a:lnSpc>
                <a:spcPct val="17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奪われる人／任せられる人
</a:t>
            </a:r>
            <a:pPr indent="0" marL="0">
              <a:lnSpc>
                <a:spcPct val="17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経験 × AI のレバレッジ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2193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468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では、どう作るのか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6520" y="329184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「聞くAI」と「働くAI」の違い
</a:t>
            </a:r>
            <a:pPr indent="0" marL="0">
              <a:lnSpc>
                <a:spcPct val="17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作り方は4ステップ＋実演
</a:t>
            </a:r>
            <a:pPr indent="0" marL="0">
              <a:lnSpc>
                <a:spcPct val="17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つまずき回避／導入相談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なぜ、いま“経験者”がAIなのか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931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若手より、判断と経験を持つ人の方がレバレッジが効く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E8C7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①  MISCONCEPTION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「AIは若者のもの」は誤解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差は操作スキルではなく、“何を問うか”で決まる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操作は速い。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but 判断軸・文脈・顧客理解が薄く、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アウトプットに天井がある。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2560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2193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40-50代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33832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指示は拙くても、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判断軸・経験・人脈が厚い。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“その視点はAIから出ない”。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②  THE BORDER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奪われる人と、任せられる人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97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奪われる人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判断のない“作業”しか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していない人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23774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39D7B8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697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任せられる人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34747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21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“判断”をしている人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21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ベテランはこちら側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E8C7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③  EXPERIENCE ×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経験こそが、AIの出力を伸ばす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121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人が決める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戦略・ターゲットの方向性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訴求・メッセージの軸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アウトプットの品質チェック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承認・最終判断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AIがやる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31546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草案・初稿の量産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競合・情報のリサーチ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データの集計・要約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定型作業の繰り返し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では、どうやって“働くAI”を作るのか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3931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コードは書かない。日本語の指示だけで、AI社員は作れる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④  CHAT vs 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「AIに聞く」と「AIを働かせる」は別物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AIに聞く（チャット）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質問すると、答えが返るだけ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実際に動くのは自分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1回ごとに指示が必要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2193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AIを働かせる（エージェント）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3200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目的を渡すと、自分でツールを選ぶ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手を動かすのはAI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最後の成果物まで任せられる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AN AI WORKER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AI社員の正体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目的を伝えれば、自分でツールを選んで組み合わせて実行する。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29260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29260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0" y="29260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29260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519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Slack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42519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42519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Web検索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42519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42519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社内資料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⑤  THE RECIPE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作り方は、たった4ステップ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15184" cy="356616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F5B8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" y="3429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目的を渡す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2976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何をやってほしいかを言葉で伝える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286000"/>
            <a:ext cx="2615184" cy="356616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2560320"/>
            <a:ext cx="640080" cy="640080"/>
          </a:xfrm>
          <a:prstGeom prst="ellipse">
            <a:avLst/>
          </a:prstGeom>
          <a:solidFill>
            <a:srgbClr val="F5B83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85032" y="3429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道具をつなぐ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85032" y="42976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メール・シート等へのアクセス権を渡す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15184" cy="356616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560320"/>
            <a:ext cx="640080" cy="640080"/>
          </a:xfrm>
          <a:prstGeom prst="ellipse">
            <a:avLst/>
          </a:prstGeom>
          <a:solidFill>
            <a:srgbClr val="F5B8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73952" y="3429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やり方を教える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42976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手順（スキル）を一度教えて覚えさせる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2286000"/>
            <a:ext cx="2615184" cy="356616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560320"/>
            <a:ext cx="640080" cy="640080"/>
          </a:xfrm>
          <a:prstGeom prst="ellipse">
            <a:avLst/>
          </a:prstGeom>
          <a:solidFill>
            <a:srgbClr val="F5B83F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62872" y="3429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小さく試して直す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62872" y="42976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小規模で回し、成果が出たら広げる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その場で、AI社員を1体つくる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3931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Claude Code の画面を共有しながら、指示1つで動くAI社員を作ります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4572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コードは書きません。日本語で指示するだけ。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IT CAN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こんな仕事を任せられる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問い合わせの一次返信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3400" y="21945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見積・請求書の下書き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0" y="21945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827532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競合・市場リサーチ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11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定例レポートの作成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36118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611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SNS・記事の下書き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36118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611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議事録の要約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⑥  AVOID THE TRAPS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つまずきポイントと回避法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丸投げしてしまう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最初は人が成果物をチェックする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権限を渡すのが怖い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狭い範囲・低リスク業務から始める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完璧を狙いすぎる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1業務に絞って小さく勝つ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E8C7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今日の持ち帰り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8C7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9933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価値が上がるのは経験を持つ世代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AIは経験を増幅する。判断軸を持つほど出力が伸びる。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28800" y="33649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AIは「働かせる」もの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聞くだけで終わらせず、実行まで任せる。作り方は4ステップ。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720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8C7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28800" y="4736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1業務から小さく始めて広げる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52120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低リスクな仕事で成功体験 → 横に展開する。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ご質問をお気軽にどうぞ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1051560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4747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無料相談 受付中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4114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「自社のどの仕事をAI社員に任せられるか」を一緒に整理します。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4663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アンケート回答者へ：AIワーカー導入 1ヶ月無料をプレゼント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2026-06-26T05:22:05Z</dcterms:created>
  <dcterms:modified xsi:type="dcterms:W3CDTF">2026-06-26T05:22:05Z</dcterms:modified>
</cp:coreProperties>
</file>